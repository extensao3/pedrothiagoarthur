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2926080" cy="34747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114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EXTENSÃO III — 01/2026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 Patrocínio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11480" y="210312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Fidelidade Unificado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Comércio Local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11480" y="3063240"/>
            <a:ext cx="4114800" cy="36576"/>
          </a:xfrm>
          <a:prstGeom prst="rect">
            <a:avLst/>
          </a:prstGeom>
          <a:solidFill>
            <a:srgbClr val="8892A4"/>
          </a:solidFill>
          <a:ln w="12700">
            <a:solidFill>
              <a:srgbClr val="8892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2461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Tiago Souza de Castro  ·  Arthur Xavier  ·  Pedro Henrique Lopes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E94560">
              <a:alpha val="15000"/>
            </a:srgbClr>
          </a:solidFill>
          <a:ln w="12700">
            <a:solidFill>
              <a:srgbClr val="E94560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2011680"/>
            <a:ext cx="2011680" cy="2011680"/>
          </a:xfrm>
          <a:prstGeom prst="ellipse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>
                <a:alpha val="20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6459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1. INTRODUÇÃO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840480" cy="34747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8872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consumidores preferem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comprar onde existe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programa de fidelidade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Fonte: SEBRAE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206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914400"/>
            <a:ext cx="109728" cy="3474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4"/>
                </a:solidFill>
              </a:rPr>
              <a:t>Mas apenas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5544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4846320" y="25146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pequenos negócios brasileiros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oferece algum programa estruturado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fidelização.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3703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lacuna é a nossa oportunidade.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2. PROBLEMA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6060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16152" y="1005840"/>
            <a:ext cx="914400" cy="9144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312" y="114300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0574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Soluções isoladas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0604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loja tenta seu próprio programa — cartõezinhos, planilhas ou apps genéricos que ninguém usa.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0" y="868680"/>
            <a:ext cx="26060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050792" y="1005840"/>
            <a:ext cx="914400" cy="9144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952" y="114300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91840" y="20574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engajamento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37560" y="260604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não vê valor em baixar um app de uma única loja. O lojista gasta dinheiro e desiste.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35040" y="868680"/>
            <a:ext cx="26060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85432" y="1005840"/>
            <a:ext cx="914400" cy="9144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2" y="114300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26480" y="20574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Dinheiro saindo da cidade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172200" y="260604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incentivo para fidelizar localmente, o consumidor vai às grandes redes ou ao e-commerce.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3. SOLUÇÃO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único app.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 rede de comércios de Patrocínio.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3931920" cy="28346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920240"/>
            <a:ext cx="393192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202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👤  Para o Consumidor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42316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 pontos em qualquer loja parceira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Carteira unificada — resgata onde quiser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ou CPF no caixa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de promoções personalizadas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46320" y="1920240"/>
            <a:ext cx="3931920" cy="28346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920240"/>
            <a:ext cx="3931920" cy="38404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9202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🏪  Para o Estabelecimento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242316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web com relatórios de clientes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campanhas e promoções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Automações por comportamento (Plano Pro)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 no app para clientes próximos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4. MERCADO E OPORTUNIDADE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606040" cy="21031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 mil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habitantes em Patrocínio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26771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consumidores local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868680"/>
            <a:ext cx="2606040" cy="21031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9601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4.500+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91840" y="18288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ativas na cidade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226771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 direto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868680"/>
            <a:ext cx="2606040" cy="21031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9601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126480" y="18288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anual de fintechs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226771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Brasil (SEBRAE)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246120"/>
            <a:ext cx="8412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246120"/>
            <a:ext cx="128016" cy="1508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429000"/>
            <a:ext cx="548640" cy="5486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325880" y="33375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 Estratégica com a ACIP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325880" y="3749040"/>
            <a:ext cx="7223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Associação Comercial e Industrial de Patrocínio já tem relacionamento consolidado com os lojistas locais — o canal perfeito para acelerar a adesão inicial da plataforma sem custo de aquisição.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5. MODELO DE NEGÓCIO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3840480" cy="4023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384048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👤  CONSUMIDOR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 Plus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R$ 14,90/mês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2423160"/>
            <a:ext cx="3566160" cy="18288"/>
          </a:xfrm>
          <a:prstGeom prst="rect">
            <a:avLst/>
          </a:prstGeom>
          <a:solidFill>
            <a:srgbClr val="8892A4"/>
          </a:solidFill>
          <a:ln w="12700">
            <a:solidFill>
              <a:srgbClr val="8892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6032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em dobro em toda a rede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Cupons de desconto toda semana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antecipado a promoções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relâmpago exclusiva para assinantes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77724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777240"/>
            <a:ext cx="4206240" cy="4572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777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🏪  ESSENCIAL — R$ 49,90/mês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132588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ilimitados na rede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gestão e relatórios básicos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campanhas manuais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2926080"/>
            <a:ext cx="4206240" cy="18745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2926080"/>
            <a:ext cx="4206240" cy="4572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926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🏪  PRO — R$ 197/mês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347472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do Essencial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avançados e segmentação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Campanhas automáticas por comportamento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 no app + integração WhatsApp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6. IMPACTO E BENEFÍCIOS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325880"/>
            <a:ext cx="777240" cy="7772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41732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1430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mais fiéis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63040" y="160020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+30% na frequência de retorno e +20% no ticket médio (SEBRAE)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63440" y="86868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28032" y="1325880"/>
            <a:ext cx="777240" cy="7772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417320"/>
            <a:ext cx="594360" cy="594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60720" y="11430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Comércio fortalecido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760720" y="160020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Consumidores incentivados a comprar em Patrocínio, não fora da cidade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65760" y="297180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30352" y="3429000"/>
            <a:ext cx="777240" cy="7772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520440"/>
            <a:ext cx="594360" cy="5943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2461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para decidir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463040" y="370332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Lojistas passam a conhecer seus clientes de verdade, tomando decisões com base em dados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663440" y="297180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28032" y="3429000"/>
            <a:ext cx="777240" cy="7772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3520440"/>
            <a:ext cx="594360" cy="5943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60720" y="32461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Legado tecnológico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760720" y="370332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Desenvolvido por estudantes da cidade, para a cidade — impacto real de extensão universitária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657600" cy="3657600"/>
          </a:xfrm>
          <a:prstGeom prst="ellipse">
            <a:avLst/>
          </a:prstGeom>
          <a:solidFill>
            <a:srgbClr val="E94560">
              <a:alpha val="20000"/>
            </a:srgbClr>
          </a:solidFill>
          <a:ln w="12700">
            <a:solidFill>
              <a:srgbClr val="E9456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2743200" cy="2743200"/>
          </a:xfrm>
          <a:prstGeom prst="ellipse">
            <a:avLst/>
          </a:prstGeom>
          <a:solidFill>
            <a:srgbClr val="F5A623">
              <a:alpha val="18000"/>
            </a:srgbClr>
          </a:solidFill>
          <a:ln w="12700">
            <a:solidFill>
              <a:srgbClr val="F5A623">
                <a:alpha val="18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5029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463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Patrocínio já é referência mundial no café.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" y="20574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Está na hora de ser referência em inovação.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2286000" y="2834640"/>
            <a:ext cx="4572000" cy="3657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01752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é real. A solução está pronta. O mercado está esperando.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transformar o comércio de Patrocínio juntos?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4480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Tiago Souza de Castro  ·  Arthur Xavier  ·  Pedro Henrique Lopes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Fiel Patrocínio</dc:title>
  <dc:subject>PptxGenJS Presentation</dc:subject>
  <dc:creator>PptxGenJS</dc:creator>
  <cp:lastModifiedBy>PptxGenJS</cp:lastModifiedBy>
  <cp:revision>1</cp:revision>
  <dcterms:created xsi:type="dcterms:W3CDTF">2026-03-19T00:02:04Z</dcterms:created>
  <dcterms:modified xsi:type="dcterms:W3CDTF">2026-03-19T00:02:04Z</dcterms:modified>
</cp:coreProperties>
</file>